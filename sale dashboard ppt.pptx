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6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33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53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3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70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07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04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1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4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2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36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261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7943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5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301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1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8A005-796F-4356-9025-F98E8A549111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E6EFBE3-BA03-48B1-9E54-D539644B2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00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0EDC-8049-FCBC-5676-1B391EBAA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526" y="919463"/>
            <a:ext cx="8160942" cy="1646302"/>
          </a:xfrm>
        </p:spPr>
        <p:txBody>
          <a:bodyPr>
            <a:normAutofit fontScale="90000"/>
          </a:bodyPr>
          <a:lstStyle/>
          <a:p>
            <a:r>
              <a:rPr lang="en-IN" b="1" spc="-150" dirty="0">
                <a:solidFill>
                  <a:srgbClr val="0070C0"/>
                </a:solidFill>
              </a:rPr>
              <a:t>Sales Dashboard Overview</a:t>
            </a:r>
            <a:endParaRPr lang="en-IN" b="1" spc="-15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D86F5-0A15-ABA3-1162-4068A4151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8594" y="3933455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By  priti Sawant</a:t>
            </a:r>
          </a:p>
        </p:txBody>
      </p:sp>
    </p:spTree>
    <p:extLst>
      <p:ext uri="{BB962C8B-B14F-4D97-AF65-F5344CB8AC3E}">
        <p14:creationId xmlns:p14="http://schemas.microsoft.com/office/powerpoint/2010/main" val="164805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94B9-7B55-15CF-D397-9CD8FDAF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6520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Objective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75AF66-9C40-D633-2981-8F673EA49D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41748" y="2084412"/>
            <a:ext cx="877721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sales performance across categories, time periods, and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top-performing products, customers, and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data-driven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customer trends and profitability</a:t>
            </a:r>
          </a:p>
        </p:txBody>
      </p:sp>
    </p:spTree>
    <p:extLst>
      <p:ext uri="{BB962C8B-B14F-4D97-AF65-F5344CB8AC3E}">
        <p14:creationId xmlns:p14="http://schemas.microsoft.com/office/powerpoint/2010/main" val="221128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614D9-E4A6-957B-6436-74981AEF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Data</a:t>
            </a:r>
            <a:r>
              <a:rPr lang="en-IN" sz="5400" b="1" dirty="0">
                <a:latin typeface="Algerian" panose="04020705040A02060702" pitchFamily="82" charset="0"/>
              </a:rPr>
              <a:t> </a:t>
            </a:r>
            <a:r>
              <a:rPr lang="en-IN" sz="5400" dirty="0">
                <a:latin typeface="Algerian" panose="04020705040A02060702" pitchFamily="82" charset="0"/>
              </a:rPr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63E0C6-B8B1-D3E4-F7AC-5A5B5E5EE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Years Covered:</a:t>
            </a:r>
            <a:r>
              <a:rPr lang="en-US" sz="2000" dirty="0"/>
              <a:t> 2014 to 2017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Product Categories:</a:t>
            </a:r>
            <a:r>
              <a:rPr lang="en-US" sz="2000" dirty="0"/>
              <a:t> Furniture, Office Supplies, Technology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Sales Channels:</a:t>
            </a:r>
            <a:r>
              <a:rPr lang="en-US" sz="2000" dirty="0"/>
              <a:t> Across U.S. states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Key Metrics:</a:t>
            </a:r>
            <a:r>
              <a:rPr lang="en-US" sz="2000" dirty="0"/>
              <a:t> Sales amount, profit, customer count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08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15C0-342E-E097-7387-46FAD00E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Dashboard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D2247C-7E61-EBC9-A3B8-83D204024B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96620" y="1898754"/>
            <a:ext cx="666792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Filters: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Year and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 Included: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by U.S.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by product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sales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customers by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count by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Color-coded performance maps and graphs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Microsoft Excel</a:t>
            </a:r>
          </a:p>
        </p:txBody>
      </p:sp>
    </p:spTree>
    <p:extLst>
      <p:ext uri="{BB962C8B-B14F-4D97-AF65-F5344CB8AC3E}">
        <p14:creationId xmlns:p14="http://schemas.microsoft.com/office/powerpoint/2010/main" val="215325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1598-22F9-A186-1F35-D47CCA31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Dashboard Preview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726C36-8CE8-5D49-A91A-24F98C7F7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3" y="2467887"/>
            <a:ext cx="8915400" cy="3109675"/>
          </a:xfrm>
        </p:spPr>
      </p:pic>
    </p:spTree>
    <p:extLst>
      <p:ext uri="{BB962C8B-B14F-4D97-AF65-F5344CB8AC3E}">
        <p14:creationId xmlns:p14="http://schemas.microsoft.com/office/powerpoint/2010/main" val="175040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D190-2919-31CB-2B90-BB6D9CDE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31" y="527407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Key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2E3240-5218-E4AB-4B28-8FB195A40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810" y="2123326"/>
            <a:ext cx="8915400" cy="377762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Technology category</a:t>
            </a:r>
            <a:r>
              <a:rPr lang="en-US" sz="2000" dirty="0"/>
              <a:t> led in profit gain in 2015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Customer base</a:t>
            </a:r>
            <a:r>
              <a:rPr lang="en-US" sz="2000" dirty="0"/>
              <a:t> grew consistently from 2014 to 2017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Monthly sales peak</a:t>
            </a:r>
            <a:r>
              <a:rPr lang="en-US" sz="2000" dirty="0"/>
              <a:t> occurred in December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Top 5 customers</a:t>
            </a:r>
            <a:r>
              <a:rPr lang="en-US" sz="2000" dirty="0"/>
              <a:t> contributed significantly to overall profit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Sales concentration</a:t>
            </a:r>
            <a:r>
              <a:rPr lang="en-US" sz="2000" dirty="0"/>
              <a:t> in select states, indicating regional strengths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5383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6482-18DE-A4D9-C269-0639988F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186" y="589052"/>
            <a:ext cx="9503596" cy="1320800"/>
          </a:xfrm>
        </p:spPr>
        <p:txBody>
          <a:bodyPr>
            <a:normAutofit fontScale="90000"/>
          </a:bodyPr>
          <a:lstStyle/>
          <a:p>
            <a:r>
              <a:rPr lang="en-IN" dirty="0"/>
              <a:t>   </a:t>
            </a:r>
            <a:r>
              <a:rPr lang="en-IN" sz="5400" dirty="0">
                <a:latin typeface="Algerian" panose="04020705040A02060702" pitchFamily="82" charset="0"/>
              </a:rPr>
              <a:t>Sales Dashboard Summary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81ECB08-9F51-E803-4DC4-64B0CECB8E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2713" y="1843951"/>
            <a:ext cx="863105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Top-Selling Category: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Phones ($68,313.68)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Customer Count: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Year 2017 (693 customers)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Profitable Customer: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($2,372.01 profit)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Performing State: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California (up to $34,886.55 sales)</a:t>
            </a:r>
          </a:p>
        </p:txBody>
      </p:sp>
    </p:spTree>
    <p:extLst>
      <p:ext uri="{BB962C8B-B14F-4D97-AF65-F5344CB8AC3E}">
        <p14:creationId xmlns:p14="http://schemas.microsoft.com/office/powerpoint/2010/main" val="136403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E7C4-3EE1-4B5F-1B00-8EE94A84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000" y="726852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n-IN" sz="4800" dirty="0">
                <a:latin typeface="Algerian" panose="04020705040A02060702" pitchFamily="82" charset="0"/>
              </a:rPr>
              <a:t>Conclusion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0736D19-D50E-0350-3812-CA38F86230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88134" y="2474892"/>
            <a:ext cx="7508787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and customer engagement have shown positive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categories and customers drive most of the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sales performance reveals market penetration gaps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06F0-BA7C-83B8-25FD-6053B61B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Algerian" panose="04020705040A02060702" pitchFamily="82" charset="0"/>
              </a:rPr>
              <a:t>               Next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1C161-B523-5047-EABB-CF2718C0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Focus marketing efforts on high-performing states and categories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Expand in underperforming states with potential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 loyalty programs for top customers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Continue tracking monthly trends for promotional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85869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98</TotalTime>
  <Words>262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Century Gothic</vt:lpstr>
      <vt:lpstr>Wingdings 3</vt:lpstr>
      <vt:lpstr>Wisp</vt:lpstr>
      <vt:lpstr>Sales Dashboard Overview</vt:lpstr>
      <vt:lpstr>Objective</vt:lpstr>
      <vt:lpstr>Data Overview</vt:lpstr>
      <vt:lpstr>Dashboard Features</vt:lpstr>
      <vt:lpstr>Dashboard Preview</vt:lpstr>
      <vt:lpstr>Key Insights</vt:lpstr>
      <vt:lpstr>   Sales Dashboard Summary</vt:lpstr>
      <vt:lpstr>Conclusion </vt:lpstr>
      <vt:lpstr>              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Target Dashboard</dc:title>
  <dc:creator>Amit Sawant</dc:creator>
  <cp:lastModifiedBy>priti</cp:lastModifiedBy>
  <cp:revision>3</cp:revision>
  <dcterms:created xsi:type="dcterms:W3CDTF">2025-08-08T06:59:25Z</dcterms:created>
  <dcterms:modified xsi:type="dcterms:W3CDTF">2025-10-14T07:14:09Z</dcterms:modified>
</cp:coreProperties>
</file>